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AI Cloud Cost Detective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CBD5E1"/>
                </a:solidFill>
              </a:defRPr>
            </a:pPr>
            <a:r>
              <a:t>Project overview, architecture, access requirements, and rollout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87168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Prepared for manager and customer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657600"/>
            <a:ext cx="3291840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657600"/>
            <a:ext cx="73152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803904"/>
            <a:ext cx="29443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Business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4206240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Automate Azure cost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4535424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Surface actionable optimization fixes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657600"/>
            <a:ext cx="3291840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6576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803904"/>
            <a:ext cx="29443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Technical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4206240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React + FastAPI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4535424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JWT auth, WebSocket progress, PostgreSQL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657600"/>
            <a:ext cx="3291840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6576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803904"/>
            <a:ext cx="29443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Customer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4206240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Faster cost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4535424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Clear evidence and fix commands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What the solution does and 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343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63624"/>
            <a:ext cx="30358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96596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Azure environments grow quickly and cost drift is hard to detect manually.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95144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Unused, oversized, or misconfigured resources create avoidable spend.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24327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Manual audits are slow and inconsistent across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63624"/>
            <a:ext cx="30358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196596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User selects an Azure Resource Group from the web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2295144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Backend scans Azure resources through Azure CLI.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2624327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OpenAI analyzes resources and returns savings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8328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73152" cy="4343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63624"/>
            <a:ext cx="30358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196596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Reduces analysis time from manual review to guided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295144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Produces clear issue severity, explanation, and fix command.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624327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Stores analysis history for audit and follow-up.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Current Implemented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Built through prompt 5: end-to-end frontend/backend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6616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21868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74519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React, Vite, TypeScript, Tailwind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03703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Login, signup, dashboard, report, and history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532887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JWT stored in browser localStorage.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62071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Live progress tracker through WebSocket.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6616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72184"/>
            <a:ext cx="321868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74519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FastAPI service with protected API routes.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03703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Custom JWT auth using bcrypt and PyJWT.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32887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Azure resource group and resource scanning through Azure CLI.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862071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AI analysis orchestration and report persistence.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56616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472184"/>
            <a:ext cx="321868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 &amp;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874519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Azure PostgreSQL target schema for users and analyses.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03703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Local in-memory fallback for development testing.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532887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Analysis history and report drill-down endpoint.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862071"/>
            <a:ext cx="3154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Issue severity, savings estimate, and fix command display.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High-level component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92024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609344"/>
            <a:ext cx="17739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React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63040"/>
            <a:ext cx="192024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609344"/>
            <a:ext cx="17739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FastAPI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868680"/>
            <a:ext cx="164592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8112" y="1014983"/>
            <a:ext cx="1499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Azure 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084831"/>
            <a:ext cx="164592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2231136"/>
            <a:ext cx="1499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OpenAI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63040"/>
            <a:ext cx="201168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609344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Azure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463040"/>
            <a:ext cx="182880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94392" y="1609344"/>
            <a:ext cx="1682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Azure Resource Group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1746504"/>
            <a:ext cx="4114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92040" y="1143000"/>
            <a:ext cx="502920" cy="484632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1143000"/>
            <a:ext cx="2880360" cy="484632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1865376"/>
            <a:ext cx="502920" cy="50292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92040" y="1746504"/>
            <a:ext cx="265176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51760" y="1993392"/>
            <a:ext cx="1554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>
                <a:solidFill>
                  <a:srgbClr val="CBD5E1"/>
                </a:solidFill>
              </a:defRPr>
            </a:pPr>
            <a:r>
              <a:t>Protected REST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331720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38BDF8"/>
                </a:solidFill>
              </a:defRPr>
            </a:pPr>
            <a:r>
              <a:t>WebSocket progress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794760"/>
            <a:ext cx="301752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7947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941064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Security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343400"/>
            <a:ext cx="26060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JWT protects scan, history, and resource group APIs.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672584"/>
            <a:ext cx="26060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Secrets stay server-side.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794760"/>
            <a:ext cx="301752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379476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941064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Integration 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4343400"/>
            <a:ext cx="26060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Azure CLI uses logged-in identity or service principal.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4672584"/>
            <a:ext cx="26060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OpenAI receives resource metadata for analysis.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794760"/>
            <a:ext cx="301752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79476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3941064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Persistence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343400"/>
            <a:ext cx="26060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PostgreSQL stores users and analysis history.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672584"/>
            <a:ext cx="26060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Reports are retrieved per authenticated user.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End-to-End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User journey from login to final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289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User signs up or logs in through React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289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FastAPI validates credentials and returns JWT.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32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UI fetches Azure Resource Groups with Authorization header.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432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User selects a Resource Group and starts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75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Backend scans resources using Azure CLI.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29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42900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575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Backend sends resource metadata to OpenAI for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5720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718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7. WebSocket streams live progress to React.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4983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57200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4718304"/>
            <a:ext cx="46360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8. Results are stored and displayed as report and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What the customer can use in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4480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Cost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Over-provisioned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Unused or idle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Misconfigured pricing tiers or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Storage and logging cost concerns.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User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Secure login and signup.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Resource group dropdown.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Run Analysis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Animated progress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Report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Total resources scanned.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Issues found and severity.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Estimated savings.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Fix commands in copyable code blocks.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Main implementation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920240" cy="475488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298448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234440"/>
            <a:ext cx="3291840" cy="475488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15184" y="1298448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5577840" cy="475488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7024" y="1298448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09928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73936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709928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1773936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React, Vite, TypeScript, Tailwind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09928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1773936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User interface, routing, dashboard,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85416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249424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185416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2249424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Python, 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185416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2249424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REST APIs, auth, analysis orchestration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60904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724912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60904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2724912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JWT, bcrypt, PyJWT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660904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7024" y="2724912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Custom user login and protected routes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136392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200400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136392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5184" y="3200400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CLI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136392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07024" y="3200400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Resource group and resource inventory scanning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11880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675888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611880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3675888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OpenAI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3611880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4" y="3675888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Cost analysis and optimization recommendations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087368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4151376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Database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087368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5184" y="4151376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PostgreSQL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4087368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4151376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Users, analysis history, stored 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562856"/>
            <a:ext cx="19202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4626864"/>
            <a:ext cx="18105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Realtime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562856"/>
            <a:ext cx="3291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5184" y="4626864"/>
            <a:ext cx="3182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FastAPI WebSocket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4562856"/>
            <a:ext cx="5577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07024" y="4626864"/>
            <a:ext cx="5468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Progress messages during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Accesses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Minimum access checklist for development, demo, and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57400" cy="438912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143000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78992"/>
            <a:ext cx="3749039" cy="438912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15184" y="1143000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Required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078992"/>
            <a:ext cx="5349240" cy="438912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3" y="1143000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Why It Is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17904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581912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Subscription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517904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1581912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Reader on target subscription or Resource Group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517904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3" y="1581912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List resource groups and resources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56815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020823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956815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2020823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Cost Management Reader, recommended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1956815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3" y="2020823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Future cost APIs and stronger savings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95728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459736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395728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2459736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CLI login or Service Principal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2395728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3" y="2459736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Backend needs an authenticated Azure identity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834639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2898647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Azure PostgreSQL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834639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5184" y="2898647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DB connection string and schema create rights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2834639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3" y="2898647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Create users and analyses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273552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337560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OpenAI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273552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3337560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OPENAI_API_KEY with model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3273552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3" y="3337560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Generate cost analysis recommendations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712463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3776472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App Runtime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3712463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5184" y="3776472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Node.js 18+, Python 3.10+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3712463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3" y="3776472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Run frontend and backend services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51376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4215384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Network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151376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5184" y="4215384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Outbound to Azure, OpenAI, PostgreSQL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59" y="4151376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3" y="4215384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API calls and database connectivity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590288"/>
            <a:ext cx="205740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784" y="4654296"/>
            <a:ext cx="194767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Security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4590288"/>
            <a:ext cx="3749039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15184" y="4654296"/>
            <a:ext cx="3639311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JWT_SECRET 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59" y="4590288"/>
            <a:ext cx="53492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64223" y="4654296"/>
            <a:ext cx="5239512" cy="365759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Sign and validate app tokens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Configuration and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Environment variables and operational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38328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30358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Backend .env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78308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OPENAI_API_KEY=&lt;key&gt;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112264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DATABASE_URL=&lt;postgres connection string&gt;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441448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JWT_SECRET=&lt;strong random secret&gt;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70632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Keep all secrets outside source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38328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73152" cy="4343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380744"/>
            <a:ext cx="30358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Azure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178308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Install Azure CLI on backend host.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2112264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Run az login for local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2441448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For production, prefer service principal or managed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2770632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Grant least-privilege Reader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38328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73152" cy="4343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380744"/>
            <a:ext cx="303580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Database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178308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Provision Azure Database for PostgreSQL.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112264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Allow backend host network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441448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Use SSL as required by Azure PostgreSQL.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770632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Backend creates required tables at startup.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Recommended customer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12064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3152" cy="4937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243584"/>
            <a:ext cx="47731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Live Demo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645919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Start backend: python -m uvicorn main:app --reload --host 127.0.0.1 --port 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975103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Start frontend: npm.cmd run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04287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Signup or login.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633471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Select Azure Resource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62655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Run Analysis and watch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291839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Review report: summary, issue severity, savings, and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21023"/>
            <a:ext cx="47091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Open History and revisit prior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097280"/>
            <a:ext cx="493776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097280"/>
            <a:ext cx="73152" cy="4937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243584"/>
            <a:ext cx="459028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Pre-Demo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1645919"/>
            <a:ext cx="4526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Azure CLI installed and authenticated.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1975103"/>
            <a:ext cx="4526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Resource Group contains sample resources.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304287"/>
            <a:ext cx="4526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OpenAI key configured and valid.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1"/>
            <a:ext cx="4526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PostgreSQL configured or local fallback accepted.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962655"/>
            <a:ext cx="4526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Ports 5173 and 8000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291839"/>
            <a:ext cx="4526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Customer data handling expectations confirmed.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Security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Controls and customer-facing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Implemented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JWT auth protects analysis, history, and resource group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Passwords are hashed with bcrypt.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History is filtered by authenticated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Frontend sends token in Authorization header.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Recommended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Use HTTPS in hosted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Move secrets to Azure Key Vault.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Use managed identity or service principal.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Add audit logs and token expiry/refresh policy.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 Considerations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Resource metadata is sent to OpenAI.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No fix command is executed automatically.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Reports should be reviewed before remediation.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Customer approval required for production data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Roadmap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Path from prototype to production-ready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Finalize .env and cloud database setup.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Add detailed error handling and retry 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Validate reports against multiple Azure resource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Capture demo screenshots and sample report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Production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Use Azure managed identity.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Deploy backend and frontend to Azure.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Store secrets in Azure Key Vault.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Add observability, audit logs, and CI/CD.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47472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380744"/>
            <a:ext cx="31272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783080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Integrate Azure Cost Management APIs.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112264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Add subscription-level scans.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441448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Add approval workflow for fix commands.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770632"/>
            <a:ext cx="306323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Export reports to PDF or PowerPoint.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Appendix: API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CBD5E1"/>
                </a:solidFill>
              </a:defRPr>
            </a:pPr>
            <a:r>
              <a:t>Endpoints implemented in the current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926080" cy="475488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298448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234440"/>
            <a:ext cx="1234440" cy="475488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298448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234440"/>
            <a:ext cx="6720840" cy="475488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5464" y="1298448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1">
                <a:solidFill>
                  <a:srgbClr val="F8FAFC"/>
                </a:solidFill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09928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73936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POST /api/auth/signup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709928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773936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709928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1773936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Create user and return JWT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85416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249424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POST /api/auth/login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185416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249424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185416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2249424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Validate credentials and return JWT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60904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724912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GET /api/resource-groups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660904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2724912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660904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2724912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List Azure Resource Groups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136392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200400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POST /api/analyze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136392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024" y="3200400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3136392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3200400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Run AI cost analysis for selected Resource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11880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675888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GET /api/history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611880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21024" y="3675888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3611880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3675888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List prior analyses for authenticated user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087368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4151376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GET /api/history/{analysis_id}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087368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4151376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4087368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4151376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Open full stored report details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562856"/>
            <a:ext cx="29260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4626864"/>
            <a:ext cx="281635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WS /ws/progress/{analysis_id}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4562856"/>
            <a:ext cx="12344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21024" y="4626864"/>
            <a:ext cx="11247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No token currently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4562856"/>
            <a:ext cx="6720840" cy="47548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5464" y="4626864"/>
            <a:ext cx="6611112" cy="402336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840" b="0">
                <a:solidFill>
                  <a:srgbClr val="0F172A"/>
                </a:solidFill>
              </a:defRPr>
            </a:pPr>
            <a:r>
              <a:t>Stream live progress messages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5486400"/>
            <a:ext cx="1051560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" y="548640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" y="5632704"/>
            <a:ext cx="101681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Note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" y="6035040"/>
            <a:ext cx="10104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0F172A"/>
                </a:solidFill>
              </a:defRPr>
            </a:pPr>
            <a:r>
              <a:t>- For production, WebSocket authentication should be added with a token query parameter or a secure session strategy.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CBD5E1"/>
                </a:solidFill>
              </a:defRPr>
            </a:pPr>
            <a:r>
              <a:t>AI Cloud Cost Detective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565392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CBD5E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